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231432E-1026-49B6-8067-573845316CE1}">
  <a:tblStyle styleId="{0231432E-1026-49B6-8067-573845316C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96" y="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efe8712a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efe8712a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efe8712a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efe8712a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efe8712a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efe8712a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efe8712a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efe8712a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efe8712a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efe8712a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efe8712a3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efe8712a3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efe8712a3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efe8712a3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1965848be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1965848be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efe8712a3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efe8712a3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efe8712a3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efe8712a3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efe8712a3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efe8712a3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?ysclid=mhqis9a9oj444453047" TargetMode="External"/><Relationship Id="rId3" Type="http://schemas.openxmlformats.org/officeDocument/2006/relationships/hyperlink" Target="https://docs.python.org/3/index.html" TargetMode="External"/><Relationship Id="rId7" Type="http://schemas.openxmlformats.org/officeDocument/2006/relationships/hyperlink" Target="https://htmlbook.ru/css?ysclid=mhqio9zau6163217298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evdocs.io/javascript/" TargetMode="External"/><Relationship Id="rId5" Type="http://schemas.openxmlformats.org/officeDocument/2006/relationships/hyperlink" Target="https://htmlbook.ru/html?ysclid=mhqimz3jks806915009" TargetMode="External"/><Relationship Id="rId4" Type="http://schemas.openxmlformats.org/officeDocument/2006/relationships/hyperlink" Target="https://www.sqlite.org/docs.htm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4500">
                <a:latin typeface="Times New Roman"/>
                <a:ea typeface="Times New Roman"/>
                <a:cs typeface="Times New Roman"/>
                <a:sym typeface="Times New Roman"/>
              </a:rPr>
              <a:t>Платформа для упрощения организации школьных мероприятий</a:t>
            </a:r>
            <a:endParaRPr sz="4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283004"/>
            <a:ext cx="8520600" cy="153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ru" sz="1410">
                <a:latin typeface="Times New Roman"/>
                <a:ea typeface="Times New Roman"/>
                <a:cs typeface="Times New Roman"/>
                <a:sym typeface="Times New Roman"/>
              </a:rPr>
              <a:t>Работу выполнили:</a:t>
            </a:r>
            <a:endParaRPr sz="14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endParaRPr sz="14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ru" sz="1410">
                <a:latin typeface="Times New Roman"/>
                <a:ea typeface="Times New Roman"/>
                <a:cs typeface="Times New Roman"/>
                <a:sym typeface="Times New Roman"/>
              </a:rPr>
              <a:t>Дмитроченко Михаил Александрович</a:t>
            </a:r>
            <a:endParaRPr sz="14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ru" sz="1410">
                <a:latin typeface="Times New Roman"/>
                <a:ea typeface="Times New Roman"/>
                <a:cs typeface="Times New Roman"/>
                <a:sym typeface="Times New Roman"/>
              </a:rPr>
              <a:t>Рыбак Иван Алексеевич</a:t>
            </a:r>
            <a:endParaRPr sz="14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ru" sz="1410">
                <a:latin typeface="Times New Roman"/>
                <a:ea typeface="Times New Roman"/>
                <a:cs typeface="Times New Roman"/>
                <a:sym typeface="Times New Roman"/>
              </a:rPr>
              <a:t>Смазневич Роман Дмитриевич</a:t>
            </a:r>
            <a:endParaRPr sz="14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endParaRPr sz="14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ru" sz="1410">
                <a:latin typeface="Times New Roman"/>
                <a:ea typeface="Times New Roman"/>
                <a:cs typeface="Times New Roman"/>
                <a:sym typeface="Times New Roman"/>
              </a:rPr>
              <a:t>Научный руководитель: Гришина Арина Александровна</a:t>
            </a:r>
            <a:endParaRPr sz="141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4294967295"/>
          </p:nvPr>
        </p:nvSpPr>
        <p:spPr>
          <a:xfrm>
            <a:off x="400442" y="1596186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b="1">
                <a:solidFill>
                  <a:srgbClr val="D9D9D9"/>
                </a:solidFill>
              </a:rPr>
              <a:t>SchoolEventr</a:t>
            </a:r>
            <a:endParaRPr b="1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Введение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Во многих школах активно развиваются органы ученического самоуправления в рамках “Движения Первых”.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Такие органы занимаются в том числе организацией мероприятий.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Актуальность заключается в том, что при большом количестве таких мероприятий и большой загруженности здания возникают проблемы менеджмента. Тяжело уследить за количеством свободных кабинетов и инфраструктуры(футбольные поля, актовые залы), понять, что ждёт школу в ближайшую неделю.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Мы предлагаем наше решение, решающее проблемы выше, которые затрагивают как учителей и администрацию, так и активных учеников.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7171919" y="4568885"/>
            <a:ext cx="17490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b="1">
                <a:solidFill>
                  <a:srgbClr val="D9D9D9"/>
                </a:solidFill>
              </a:rPr>
              <a:t>SchoolEventr</a:t>
            </a:r>
            <a:endParaRPr b="1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Цель проекта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6760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Создание сайта с возможностью забронировать кабинет(инфраструктуру), увидеть когда он занят и отображением грядущих мероприятий школы.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Ресурсы в проекте: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Языки: HTML, CSS, JS, Python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Среды разработки: SQLite, VS code, Figma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400442" y="1596186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b="1">
                <a:solidFill>
                  <a:srgbClr val="D9D9D9"/>
                </a:solidFill>
              </a:rPr>
              <a:t>SchoolEventr</a:t>
            </a:r>
            <a:endParaRPr b="1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Задачи проекта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Определение проблем и способов их решения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Разработка структуры сайта и макета страниц в Figma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Вёрстка сайта в VS code на HTML, CSS, JS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Разработка и интегрирование баз данных на SQLite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Тестирование и исправление недочётов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6872494" y="4119633"/>
            <a:ext cx="2048700" cy="89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b="1">
                <a:solidFill>
                  <a:srgbClr val="D9D9D9"/>
                </a:solidFill>
              </a:rPr>
              <a:t>SchoolEventr</a:t>
            </a:r>
            <a:endParaRPr b="1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8620" algn="l" rtl="0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Определение проблем и их решений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Проблемы: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Отсутствие чёткого общедоступного расписания занятости кабинетов в школах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Плохая осведомлённость учеников о мероприятиях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Решения: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Отображение всех кабинетов и когда они заняты на сайте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Лента мероприятий на сайте для осведомления учеников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400442" y="1596186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b="1">
                <a:solidFill>
                  <a:srgbClr val="D9D9D9"/>
                </a:solidFill>
              </a:rPr>
              <a:t>SchoolEventr</a:t>
            </a:r>
            <a:endParaRPr b="1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2. Разработка структуры сайта и макета страниц в Figma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18" title="Диаграмма без названия.drawio 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6888" y="1099125"/>
            <a:ext cx="5030225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400442" y="1596186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b="1">
                <a:solidFill>
                  <a:srgbClr val="D9D9D9"/>
                </a:solidFill>
              </a:rPr>
              <a:t>SchoolEventr</a:t>
            </a:r>
            <a:endParaRPr b="1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3. Вёрстка сайта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1"/>
          </p:nvPr>
        </p:nvSpPr>
        <p:spPr>
          <a:xfrm>
            <a:off x="7065669" y="4365959"/>
            <a:ext cx="1855500" cy="64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b="1">
                <a:solidFill>
                  <a:srgbClr val="D9D9D9"/>
                </a:solidFill>
              </a:rPr>
              <a:t>SchoolEventr</a:t>
            </a:r>
            <a:endParaRPr b="1">
              <a:solidFill>
                <a:srgbClr val="D9D9D9"/>
              </a:solidFill>
            </a:endParaRPr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8325" y="113125"/>
            <a:ext cx="4822852" cy="229574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99" name="Google Shape;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771" y="2408880"/>
            <a:ext cx="3775197" cy="2429824"/>
          </a:xfrm>
          <a:prstGeom prst="rect">
            <a:avLst/>
          </a:prstGeom>
          <a:noFill/>
          <a:ln>
            <a:noFill/>
          </a:ln>
          <a:effectLst>
            <a:outerShdw blurRad="57150" dist="47625" dir="7200000" algn="bl" rotWithShape="0">
              <a:srgbClr val="000000">
                <a:alpha val="87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4. Разработка баз данных на SQLite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1"/>
          </p:nvPr>
        </p:nvSpPr>
        <p:spPr>
          <a:xfrm>
            <a:off x="7186169" y="4568885"/>
            <a:ext cx="17349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b="1">
                <a:solidFill>
                  <a:srgbClr val="D9D9D9"/>
                </a:solidFill>
              </a:rPr>
              <a:t>SchoolEventr</a:t>
            </a:r>
            <a:endParaRPr b="1">
              <a:solidFill>
                <a:srgbClr val="D9D9D9"/>
              </a:solidFill>
            </a:endParaRPr>
          </a:p>
        </p:txBody>
      </p:sp>
      <p:pic>
        <p:nvPicPr>
          <p:cNvPr id="107" name="Google Shape;107;p20" title="photo_5787666610200972283_y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202525"/>
            <a:ext cx="4564000" cy="27134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8" name="Google Shape;108;p20" title="photo_5787666610200972284_y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0148" y="870478"/>
            <a:ext cx="4072099" cy="247191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body" idx="1"/>
          </p:nvPr>
        </p:nvSpPr>
        <p:spPr>
          <a:xfrm>
            <a:off x="7186169" y="4568885"/>
            <a:ext cx="17349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b="1">
                <a:solidFill>
                  <a:srgbClr val="D9D9D9"/>
                </a:solidFill>
              </a:rPr>
              <a:t>SchoolEventr</a:t>
            </a:r>
            <a:endParaRPr b="1">
              <a:solidFill>
                <a:srgbClr val="D9D9D9"/>
              </a:solidFill>
            </a:endParaRPr>
          </a:p>
        </p:txBody>
      </p:sp>
      <p:pic>
        <p:nvPicPr>
          <p:cNvPr id="115" name="Google Shape;115;p21" title="photo_5787666610200972287_y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525" y="2489250"/>
            <a:ext cx="4277107" cy="23323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16" name="Google Shape;116;p21" title="photo_5787666610200972286_y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1175" y="142575"/>
            <a:ext cx="4953526" cy="27283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5. Тестирование и исправление недочётов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В процессе тестирование были выявлены и устранены немногочисленные изъяны, теперь мы можем быть уверены в своём проекте.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22"/>
          <p:cNvSpPr txBox="1">
            <a:spLocks noGrp="1"/>
          </p:cNvSpPr>
          <p:nvPr>
            <p:ph type="body" idx="1"/>
          </p:nvPr>
        </p:nvSpPr>
        <p:spPr>
          <a:xfrm>
            <a:off x="7165119" y="4568885"/>
            <a:ext cx="17559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b="1">
                <a:solidFill>
                  <a:srgbClr val="D9D9D9"/>
                </a:solidFill>
              </a:rPr>
              <a:t>SchoolEventr</a:t>
            </a:r>
            <a:endParaRPr b="1">
              <a:solidFill>
                <a:srgbClr val="D9D9D9"/>
              </a:solidFill>
            </a:endParaRPr>
          </a:p>
        </p:txBody>
      </p:sp>
      <p:graphicFrame>
        <p:nvGraphicFramePr>
          <p:cNvPr id="124" name="Google Shape;124;p22"/>
          <p:cNvGraphicFramePr/>
          <p:nvPr/>
        </p:nvGraphicFramePr>
        <p:xfrm>
          <a:off x="164425" y="18985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{0231432E-1026-49B6-8067-573845316CE1}</a:tableStyleId>
              </a:tblPr>
              <a:tblGrid>
                <a:gridCol w="159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ТЕСТ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ОЖИДАНИЕ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ОТВЕТ САЙТА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Регистрация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Создание ячейки в базе данных и успешный log in на сайте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Соответствует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Создание мероприятий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Создание ячейки мероприятия и отправление на почту заявки, корректное отображение свободных ячеек расписания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Соответствует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Принятие заявки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Создание карточки мероприятия в ленте, запись соответствующей ячейки времени в расписании кабинета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Соответствует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Вывод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В результате работы был получен сайт, удобный в использовании и решающий выявленные нами проблемы, проект имеет возможность интеграции новых школ под другими доменами для безопасной работы, платформа имеет возможность предоставления обратной связи и исправно функционирует.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Список литературы: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https://docs.python.org/3/index.html</a:t>
            </a:r>
            <a:r>
              <a:rPr lang="ru"/>
              <a:t> </a:t>
            </a:r>
            <a:r>
              <a:rPr lang="ru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https://www.sqlite.org/docs.html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https://htmlbook.ru/html?ysclid=mhqimz3jks806915009</a:t>
            </a:r>
            <a:r>
              <a:rPr lang="ru"/>
              <a:t> </a:t>
            </a:r>
            <a:r>
              <a:rPr lang="ru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https://devdocs.io/javascript/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https://htmlbook.ru/css?ysclid=mhqio9zau6163217298</a:t>
            </a:r>
            <a:r>
              <a:rPr lang="ru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https://github.com/?ysclid=mhqis9a9oj444453047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7070469" y="4506085"/>
            <a:ext cx="1850700" cy="5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D9D9D9"/>
              </a:solidFill>
            </a:endParaRPr>
          </a:p>
          <a:p>
            <a:pPr marL="0" lvl="0" indent="0" algn="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b="1">
                <a:solidFill>
                  <a:srgbClr val="D9D9D9"/>
                </a:solidFill>
              </a:rPr>
              <a:t>SchoolEventr</a:t>
            </a:r>
            <a:endParaRPr b="1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>
            <a:spLocks noGrp="1"/>
          </p:cNvSpPr>
          <p:nvPr>
            <p:ph type="title"/>
          </p:nvPr>
        </p:nvSpPr>
        <p:spPr>
          <a:xfrm>
            <a:off x="311700" y="1740425"/>
            <a:ext cx="8520600" cy="7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720">
                <a:latin typeface="Times New Roman"/>
                <a:ea typeface="Times New Roman"/>
                <a:cs typeface="Times New Roman"/>
                <a:sym typeface="Times New Roman"/>
              </a:rPr>
              <a:t>Спасибо за внимание!</a:t>
            </a:r>
            <a:endParaRPr sz="37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150" y="2466483"/>
            <a:ext cx="8733676" cy="158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449</Words>
  <Application>Microsoft Office PowerPoint</Application>
  <PresentationFormat>Экран (16:9)</PresentationFormat>
  <Paragraphs>135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Simple Light</vt:lpstr>
      <vt:lpstr>Платформа для упрощения организации школьных мероприятий</vt:lpstr>
      <vt:lpstr>Введение</vt:lpstr>
      <vt:lpstr>Цель проекта</vt:lpstr>
      <vt:lpstr>Задачи проекта</vt:lpstr>
      <vt:lpstr>Определение проблем и их решений</vt:lpstr>
      <vt:lpstr>2. Разработка структуры сайта и макета страниц в Figma</vt:lpstr>
      <vt:lpstr>3. Вёрстка сайта </vt:lpstr>
      <vt:lpstr>4. Разработка баз данных на SQLite</vt:lpstr>
      <vt:lpstr>Презентация PowerPoint</vt:lpstr>
      <vt:lpstr>5. Тестирование и исправление недочётов </vt:lpstr>
      <vt:lpstr>Вывод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Платформа для упрощения организации школьных мероприятий</dc:title>
  <dc:creator>A</dc:creator>
  <cp:lastModifiedBy>Александр</cp:lastModifiedBy>
  <cp:revision>1</cp:revision>
  <dcterms:modified xsi:type="dcterms:W3CDTF">2025-11-11T17:07:09Z</dcterms:modified>
</cp:coreProperties>
</file>